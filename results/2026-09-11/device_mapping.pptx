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36" autoAdjust="0"/>
    <p:restoredTop sz="94660"/>
  </p:normalViewPr>
  <p:slideViewPr>
    <p:cSldViewPr snapToGrid="0">
      <p:cViewPr varScale="1">
        <p:scale>
          <a:sx n="92" d="100"/>
          <a:sy n="92" d="100"/>
        </p:scale>
        <p:origin x="-102" y="1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74EE0-1ADC-4EF3-0343-6EDB6834D5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BA156C-43A1-114A-88FD-15860043B0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A00AD-8606-EA51-ED4E-9B9E9659B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03CEE-87E0-444A-8C7D-4EBEE88C7164}" type="datetimeFigureOut">
              <a:rPr lang="en-DE" smtClean="0"/>
              <a:t>19/02/2026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950B19-0331-4BCC-569A-06783F3D5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D2755-C222-A42D-78A4-86D64BCFF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D784E-4B81-4E30-8C48-0116F65F13B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54642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AD729-E7C8-9CD9-C3F0-4D984EC21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AA000-A3C3-D952-9BC0-927A6881E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D187A-2F72-7CDE-C4B3-09F4C416C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03CEE-87E0-444A-8C7D-4EBEE88C7164}" type="datetimeFigureOut">
              <a:rPr lang="en-DE" smtClean="0"/>
              <a:t>19/02/2026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E2236F-A3ED-1528-D0EB-70EA1CFD8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D7201-DFBB-35F7-9BC1-47E68CF2C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D784E-4B81-4E30-8C48-0116F65F13B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52128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A7CBB-3419-0280-9A82-E4F51EA8F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E3F272-0DFB-29BC-F360-F9C4199FF4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8F4BD9-58AF-34C6-CB85-3822EE1C2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03CEE-87E0-444A-8C7D-4EBEE88C7164}" type="datetimeFigureOut">
              <a:rPr lang="en-DE" smtClean="0"/>
              <a:t>19/02/2026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065FA2-4E91-B6D7-2A16-E18097F00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D45933-947F-2603-8104-E0DFDD32F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D784E-4B81-4E30-8C48-0116F65F13B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32690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78A0E-4673-3C3A-3F48-43CE03892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F9B8B-F8B4-BD96-4842-2C99A2DE59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740F84-4A94-4E0D-A12E-3C09B02230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E6AD6C-B267-E718-8FEE-D52AF27D1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03CEE-87E0-444A-8C7D-4EBEE88C7164}" type="datetimeFigureOut">
              <a:rPr lang="en-DE" smtClean="0"/>
              <a:t>19/02/2026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77C79B-4608-86A0-63C2-AA374D764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5BE0D6-491A-F9A8-4F74-0215A6DB9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D784E-4B81-4E30-8C48-0116F65F13B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68136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39AFC-91C4-99CE-ED8C-33A9205DB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F4E83B-B990-6D96-AE5A-009130AC63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711823-594C-DC40-84A4-B3CFD3E29E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72A037-A0F6-C013-7539-E7081BCF48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39D215-FDF7-306F-AC2E-5FA06A6D57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E6BF81-37F7-41A4-C4F4-BD4EF9838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03CEE-87E0-444A-8C7D-4EBEE88C7164}" type="datetimeFigureOut">
              <a:rPr lang="en-DE" smtClean="0"/>
              <a:t>19/02/2026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4F002B-EA28-5D42-50F2-4CBC13FE0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A9BECE-4B7B-62EF-90AB-FE98D7077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D784E-4B81-4E30-8C48-0116F65F13B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44465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E303D-512E-EB8C-438E-CEF4CF5DA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3779F5-82EA-06D8-60A1-266BD3F8C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03CEE-87E0-444A-8C7D-4EBEE88C7164}" type="datetimeFigureOut">
              <a:rPr lang="en-DE" smtClean="0"/>
              <a:t>19/02/2026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66127-31DF-80A8-39FB-014E2A138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D0E72E-EA36-3D74-1C48-48BE25B4F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D784E-4B81-4E30-8C48-0116F65F13B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12937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EFE9EC-E322-B6C1-35BA-73A3C1606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03CEE-87E0-444A-8C7D-4EBEE88C7164}" type="datetimeFigureOut">
              <a:rPr lang="en-DE" smtClean="0"/>
              <a:t>19/02/2026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0EE67A-8B4A-B912-935E-6A2EC2831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AFF5F-7CEE-4DAE-AC01-675EE5E61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D784E-4B81-4E30-8C48-0116F65F13B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68253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D45F3-F5DF-BB36-B336-AD4B00C40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E4BDF-BC5A-A061-114E-21A18CE19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942D1E-7DDE-CA81-867C-558E446F04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9B2F4F-466F-D381-18DA-C0D06CD7E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03CEE-87E0-444A-8C7D-4EBEE88C7164}" type="datetimeFigureOut">
              <a:rPr lang="en-DE" smtClean="0"/>
              <a:t>19/02/2026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670CC3-0D35-674E-3217-AB93B599C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78E933-F645-BC8B-5615-567BDDE35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D784E-4B81-4E30-8C48-0116F65F13B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31868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41A03-61A7-84F5-B85E-64440767A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27BCBD-05AC-8061-D6F7-B76AB25B70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B149AE-F3A3-155F-0183-D6C82E5EB6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CE2907-9D6D-847B-5FBE-E88BB5E2F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03CEE-87E0-444A-8C7D-4EBEE88C7164}" type="datetimeFigureOut">
              <a:rPr lang="en-DE" smtClean="0"/>
              <a:t>19/02/2026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7D627B-F6BD-51EC-9179-33688F385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0A4F28-D42B-9FD9-99A2-E3DFD4597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D784E-4B81-4E30-8C48-0116F65F13B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96654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4DC87-C419-750D-DDBE-2134AE475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41B00C-A279-968B-BB1B-D2AFBB4530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4D7E2-3552-2BC6-DE9E-83D818D94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03CEE-87E0-444A-8C7D-4EBEE88C7164}" type="datetimeFigureOut">
              <a:rPr lang="en-DE" smtClean="0"/>
              <a:t>19/02/2026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882BCC-DE0B-E25B-44DA-73025ADD1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324D4F-BBF6-10BB-1AB6-4B4640C4B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D784E-4B81-4E30-8C48-0116F65F13B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56190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465360-5BDC-CE13-5613-5254C583CE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D8F20C-B713-67EE-CF04-DD8ECB5C80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DF39E5-4AA5-B76D-5593-1147BE94C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03CEE-87E0-444A-8C7D-4EBEE88C7164}" type="datetimeFigureOut">
              <a:rPr lang="en-DE" smtClean="0"/>
              <a:t>19/02/2026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3600CB-0DEE-1B48-21E0-11941B722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5EAAC5-8BD1-EB23-7663-EA3921EF5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D784E-4B81-4E30-8C48-0116F65F13B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80588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8676B6-58DB-9F63-001F-971EFF723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45F42E-0C0E-73F1-B6FB-9726691D5F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0920D0-FAD2-2B2E-9F15-F776602595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B03CEE-87E0-444A-8C7D-4EBEE88C7164}" type="datetimeFigureOut">
              <a:rPr lang="en-DE" smtClean="0"/>
              <a:t>19/02/2026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05E92E-4C37-1E07-3859-3EE37FD015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6C45F-BB93-CDFC-2E8E-6F1BBB280E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BD784E-4B81-4E30-8C48-0116F65F13B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14166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F02F11-05BC-3F99-3EE1-FC2EB0AE8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2344"/>
            <a:ext cx="12192000" cy="62333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4011C12-1E8B-1292-A6F6-CAE83CE52901}"/>
              </a:ext>
            </a:extLst>
          </p:cNvPr>
          <p:cNvSpPr txBox="1"/>
          <p:nvPr/>
        </p:nvSpPr>
        <p:spPr>
          <a:xfrm>
            <a:off x="2136215" y="3170891"/>
            <a:ext cx="1089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SOA 1</a:t>
            </a:r>
            <a:endParaRPr lang="en-DE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6C9E72-32CA-AF75-AE4B-AA333E279330}"/>
              </a:ext>
            </a:extLst>
          </p:cNvPr>
          <p:cNvSpPr txBox="1"/>
          <p:nvPr/>
        </p:nvSpPr>
        <p:spPr>
          <a:xfrm>
            <a:off x="1939365" y="3805891"/>
            <a:ext cx="1089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SOA 2</a:t>
            </a:r>
            <a:endParaRPr lang="en-DE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79EC82-B66B-C315-652B-0859745F7598}"/>
              </a:ext>
            </a:extLst>
          </p:cNvPr>
          <p:cNvSpPr txBox="1"/>
          <p:nvPr/>
        </p:nvSpPr>
        <p:spPr>
          <a:xfrm>
            <a:off x="1882215" y="4171441"/>
            <a:ext cx="1089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SOA 3</a:t>
            </a:r>
            <a:endParaRPr lang="en-DE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C7FEA3-B953-DA4B-50D5-99507DB83C7A}"/>
              </a:ext>
            </a:extLst>
          </p:cNvPr>
          <p:cNvSpPr txBox="1"/>
          <p:nvPr/>
        </p:nvSpPr>
        <p:spPr>
          <a:xfrm>
            <a:off x="1910790" y="4488941"/>
            <a:ext cx="1089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SOA 4</a:t>
            </a:r>
            <a:endParaRPr lang="en-DE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9C850C-4139-4682-33D2-4DB3A9ED33F2}"/>
              </a:ext>
            </a:extLst>
          </p:cNvPr>
          <p:cNvSpPr txBox="1"/>
          <p:nvPr/>
        </p:nvSpPr>
        <p:spPr>
          <a:xfrm>
            <a:off x="2169085" y="5173882"/>
            <a:ext cx="1089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SOA 5</a:t>
            </a:r>
            <a:endParaRPr lang="en-DE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E585CB-B2A2-91BC-A329-0D8C24F4D12D}"/>
              </a:ext>
            </a:extLst>
          </p:cNvPr>
          <p:cNvSpPr txBox="1"/>
          <p:nvPr/>
        </p:nvSpPr>
        <p:spPr>
          <a:xfrm>
            <a:off x="2169085" y="5624216"/>
            <a:ext cx="1089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SOA 6</a:t>
            </a:r>
            <a:endParaRPr lang="en-DE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C66C93-4FC4-5233-948C-F387160FCECF}"/>
              </a:ext>
            </a:extLst>
          </p:cNvPr>
          <p:cNvSpPr txBox="1"/>
          <p:nvPr/>
        </p:nvSpPr>
        <p:spPr>
          <a:xfrm>
            <a:off x="4817035" y="3482041"/>
            <a:ext cx="1089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PS 1</a:t>
            </a:r>
            <a:endParaRPr lang="en-DE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825A48-EBA7-802B-B230-DBD72F5AA47A}"/>
              </a:ext>
            </a:extLst>
          </p:cNvPr>
          <p:cNvSpPr txBox="1"/>
          <p:nvPr/>
        </p:nvSpPr>
        <p:spPr>
          <a:xfrm>
            <a:off x="5181226" y="3979916"/>
            <a:ext cx="1089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PS 2</a:t>
            </a:r>
            <a:endParaRPr lang="en-DE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44B72C-B2CF-4839-687C-42FD0CBBCB95}"/>
              </a:ext>
            </a:extLst>
          </p:cNvPr>
          <p:cNvSpPr txBox="1"/>
          <p:nvPr/>
        </p:nvSpPr>
        <p:spPr>
          <a:xfrm>
            <a:off x="5361640" y="5485891"/>
            <a:ext cx="1089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PS 3</a:t>
            </a:r>
            <a:endParaRPr lang="en-DE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F5B0D5-CC53-E446-F669-B84CA6F6EFCA}"/>
              </a:ext>
            </a:extLst>
          </p:cNvPr>
          <p:cNvSpPr txBox="1"/>
          <p:nvPr/>
        </p:nvSpPr>
        <p:spPr>
          <a:xfrm>
            <a:off x="7273365" y="1100791"/>
            <a:ext cx="1089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2R1</a:t>
            </a:r>
            <a:endParaRPr lang="en-DE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80C1EC-443B-CCB1-A6A1-7A2C39C1C86E}"/>
              </a:ext>
            </a:extLst>
          </p:cNvPr>
          <p:cNvSpPr txBox="1"/>
          <p:nvPr/>
        </p:nvSpPr>
        <p:spPr>
          <a:xfrm>
            <a:off x="5812865" y="1414176"/>
            <a:ext cx="1089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2R2</a:t>
            </a:r>
            <a:endParaRPr lang="en-DE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8951D7-0CF0-60AD-404B-762C08216A55}"/>
              </a:ext>
            </a:extLst>
          </p:cNvPr>
          <p:cNvSpPr txBox="1"/>
          <p:nvPr/>
        </p:nvSpPr>
        <p:spPr>
          <a:xfrm>
            <a:off x="4093135" y="1850091"/>
            <a:ext cx="1089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2R3</a:t>
            </a:r>
            <a:endParaRPr lang="en-DE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79864F8-339A-6A25-A7E1-B18128168B9A}"/>
              </a:ext>
            </a:extLst>
          </p:cNvPr>
          <p:cNvSpPr txBox="1"/>
          <p:nvPr/>
        </p:nvSpPr>
        <p:spPr>
          <a:xfrm>
            <a:off x="2120900" y="2458143"/>
            <a:ext cx="1089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2R4</a:t>
            </a:r>
            <a:endParaRPr lang="en-DE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5292F0-9C15-D5E7-F189-2F63700C292D}"/>
              </a:ext>
            </a:extLst>
          </p:cNvPr>
          <p:cNvSpPr txBox="1"/>
          <p:nvPr/>
        </p:nvSpPr>
        <p:spPr>
          <a:xfrm>
            <a:off x="11471087" y="5173889"/>
            <a:ext cx="1089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2R5</a:t>
            </a:r>
            <a:endParaRPr lang="en-DE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4BBBE50-0C14-D34C-6103-7580ACA56770}"/>
              </a:ext>
            </a:extLst>
          </p:cNvPr>
          <p:cNvSpPr txBox="1"/>
          <p:nvPr/>
        </p:nvSpPr>
        <p:spPr>
          <a:xfrm>
            <a:off x="11471087" y="5719809"/>
            <a:ext cx="1089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2R6</a:t>
            </a:r>
            <a:endParaRPr lang="en-DE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17B827-F4F0-A21C-0472-DC63C38FCAC1}"/>
              </a:ext>
            </a:extLst>
          </p:cNvPr>
          <p:cNvSpPr txBox="1"/>
          <p:nvPr/>
        </p:nvSpPr>
        <p:spPr>
          <a:xfrm>
            <a:off x="11471087" y="485996"/>
            <a:ext cx="1089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PS 4</a:t>
            </a:r>
            <a:endParaRPr lang="en-DE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6C79C0-55A6-6809-7582-FE08D521A31F}"/>
              </a:ext>
            </a:extLst>
          </p:cNvPr>
          <p:cNvSpPr txBox="1"/>
          <p:nvPr/>
        </p:nvSpPr>
        <p:spPr>
          <a:xfrm>
            <a:off x="11102789" y="1414176"/>
            <a:ext cx="1089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PS 5</a:t>
            </a:r>
            <a:endParaRPr lang="en-DE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E425AC9-3CCC-3D35-130C-E36FB1F93D97}"/>
              </a:ext>
            </a:extLst>
          </p:cNvPr>
          <p:cNvSpPr txBox="1"/>
          <p:nvPr/>
        </p:nvSpPr>
        <p:spPr>
          <a:xfrm>
            <a:off x="9188077" y="1788255"/>
            <a:ext cx="1089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PS 6</a:t>
            </a:r>
            <a:endParaRPr lang="en-DE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B3F6E97-2866-212D-D093-56A268854D16}"/>
              </a:ext>
            </a:extLst>
          </p:cNvPr>
          <p:cNvSpPr txBox="1"/>
          <p:nvPr/>
        </p:nvSpPr>
        <p:spPr>
          <a:xfrm>
            <a:off x="8098866" y="2273477"/>
            <a:ext cx="1089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PS7</a:t>
            </a:r>
            <a:endParaRPr lang="en-DE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F8835CA-7EAC-5F32-90AF-C7CCD8B442C4}"/>
              </a:ext>
            </a:extLst>
          </p:cNvPr>
          <p:cNvSpPr txBox="1"/>
          <p:nvPr/>
        </p:nvSpPr>
        <p:spPr>
          <a:xfrm>
            <a:off x="6611844" y="2642809"/>
            <a:ext cx="1089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PS8</a:t>
            </a:r>
            <a:endParaRPr lang="en-DE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D7B86E9-BBD9-F238-9AEB-BDE7123A4355}"/>
              </a:ext>
            </a:extLst>
          </p:cNvPr>
          <p:cNvSpPr txBox="1"/>
          <p:nvPr/>
        </p:nvSpPr>
        <p:spPr>
          <a:xfrm>
            <a:off x="8009589" y="5370603"/>
            <a:ext cx="1089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PS9</a:t>
            </a:r>
            <a:endParaRPr lang="en-DE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1D9D7DF-78B9-B1B4-8504-36BB4C4DF142}"/>
              </a:ext>
            </a:extLst>
          </p:cNvPr>
          <p:cNvSpPr txBox="1"/>
          <p:nvPr/>
        </p:nvSpPr>
        <p:spPr>
          <a:xfrm>
            <a:off x="7862009" y="5811321"/>
            <a:ext cx="1089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PS10</a:t>
            </a:r>
            <a:endParaRPr lang="en-DE" b="1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665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34</Words>
  <Application>Microsoft Office PowerPoint</Application>
  <PresentationFormat>Widescreen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Giulio Terrasanta</dc:creator>
  <cp:lastModifiedBy>Giulio Terrasanta</cp:lastModifiedBy>
  <cp:revision>1</cp:revision>
  <dcterms:created xsi:type="dcterms:W3CDTF">2026-02-19T11:52:45Z</dcterms:created>
  <dcterms:modified xsi:type="dcterms:W3CDTF">2026-02-19T13:30:51Z</dcterms:modified>
</cp:coreProperties>
</file>